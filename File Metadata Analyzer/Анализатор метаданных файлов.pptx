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6" r:id="rId6"/>
    <p:sldId id="270" r:id="rId7"/>
    <p:sldId id="269" r:id="rId8"/>
    <p:sldId id="268" r:id="rId9"/>
    <p:sldId id="271" r:id="rId10"/>
    <p:sldId id="27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99" autoAdjust="0"/>
    <p:restoredTop sz="94660"/>
  </p:normalViewPr>
  <p:slideViewPr>
    <p:cSldViewPr snapToGrid="0">
      <p:cViewPr varScale="1">
        <p:scale>
          <a:sx n="75" d="100"/>
          <a:sy n="75" d="100"/>
        </p:scale>
        <p:origin x="593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F96171-6F03-4ABC-9B97-CAA040D1C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E249B2B-339A-4985-ACE6-B8B66B94F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133B97-A3F6-4E82-8D29-F2AA52EDD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C3D45-9989-4F89-B7C3-9178185C72D3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B1F3AB-6FF2-4C3A-8078-3EB48CB56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A088AA-91F5-4F54-993E-E40690FE9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43E3B-C65E-4933-8FC3-E74FA524BD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92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FADCA9-096B-41A8-BD6E-6935F29AE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A48FF9-5AF0-4C2B-92DD-E69325EB5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BC7D30-824D-46C3-B93F-0D269E29D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C3D45-9989-4F89-B7C3-9178185C72D3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B98FB5-70E1-473D-B002-28C48C8C1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832CC1-3BA0-46B4-AB64-71D7885EC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43E3B-C65E-4933-8FC3-E74FA524BD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8250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7BF5F8-CEC2-4B5C-A7C9-EEAEC4D0D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844C24-78B0-426B-AC30-2F972083B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9F6EEC-6A40-414D-BC43-94C38AE05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C3D45-9989-4F89-B7C3-9178185C72D3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0AB6AF-5DBC-4EF4-8638-D03C79865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F0B79B-08D1-4948-B953-A92725B5B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43E3B-C65E-4933-8FC3-E74FA524BD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370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C984CF-492A-4B9C-8E91-CACD5C595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B4CA94-0ACC-4A82-8800-A51C1CFA28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7ED1D87-3589-4987-9AA9-2ED7DB3F5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EC0BCA-8A8A-4337-B1AD-8A2439DAA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C3D45-9989-4F89-B7C3-9178185C72D3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987939-CFA7-4F57-A5FF-EDF3C8019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CD8030-E466-4EF9-8333-37361C97E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43E3B-C65E-4933-8FC3-E74FA524BD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881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8CF8CE-3052-461E-95FE-2FB7C180A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B312A5-B618-483B-9142-B1E2F9384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7580CA-7A7F-4FE9-B9DE-9DF9E01F37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434F2D1-4D43-4D71-955E-CB44305638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E7134E2-9FBA-4253-929E-51242AED54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A436714-207A-471A-AA71-7C71FE42B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C3D45-9989-4F89-B7C3-9178185C72D3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6536535-B6E5-4202-B56A-981430185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05A0985-E92A-4FC2-AC1F-4BDE33342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43E3B-C65E-4933-8FC3-E74FA524BD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3982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4CD3E2-A710-48D6-B29D-124A9AD0A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94D2B0B-4138-4EF7-889D-8CC8616C6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C3D45-9989-4F89-B7C3-9178185C72D3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ABE598-B97F-48AA-A111-A0A8886E6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EB0B11-EEE3-4327-B559-A2FBF600E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43E3B-C65E-4933-8FC3-E74FA524BD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739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F6E813D-B504-4C0F-B055-9CB06E7BD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C3D45-9989-4F89-B7C3-9178185C72D3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45E4ADD-31A3-4430-8291-04B0D804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0DB044-35FE-475D-A7CB-1E703FF41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43E3B-C65E-4933-8FC3-E74FA524BD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357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4793AC-B9C4-4855-A950-950D1A65B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4AD1F8-8C4A-406D-9CB0-69DEF54CE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3EB777-2F81-41DB-9281-54DDAE472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AB0091-43AF-420F-B73F-90B99FC26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C3D45-9989-4F89-B7C3-9178185C72D3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9CF420B-3783-4C68-A89D-E5929F2F3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3C0EE0E-D6A7-461F-A001-644828F2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43E3B-C65E-4933-8FC3-E74FA524BD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420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D45516-36A2-490F-9037-707B29CB0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B5941C0-BFF7-44C6-99D0-E427FD61D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3049AE-26DC-48FC-B9A7-F67E4D523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7A92A84-0F6E-4739-9736-917444193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C3D45-9989-4F89-B7C3-9178185C72D3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C88407-1394-4AB4-A74D-494D1E088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A71E02-70F7-4131-932E-221B9801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43E3B-C65E-4933-8FC3-E74FA524BD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4068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6C130A-3523-41D9-865D-922437D67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8A24B94-4D42-45E9-A513-0F5A7E022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BCA99B-409F-450A-A908-2105C0AA1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C3D45-9989-4F89-B7C3-9178185C72D3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800B43-496E-49DE-92D9-6B09222B9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DAFA72-DEC4-4339-A38F-FBD7A1F67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43E3B-C65E-4933-8FC3-E74FA524BD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827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8BBDC63-B857-42ED-B8C7-9875E1CFE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2602BB3-6F3E-460D-9081-DDBDD3DE28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578183-B201-4E58-B98F-C381EA775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C3D45-9989-4F89-B7C3-9178185C72D3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A8F9C5-89B9-4A9F-98B6-6C192157D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32073A-43BB-4EB1-B692-A763FA00F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43E3B-C65E-4933-8FC3-E74FA524BD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809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0393C-46F9-439F-9FDB-5BD055E12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C0AD7B-B723-4231-8636-832AD5CF5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194BB6-95D5-47AD-810B-D4F7FEA6F8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C3D45-9989-4F89-B7C3-9178185C72D3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939A19-A8CB-4353-833D-532BE35E3B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EC5D12-FA21-4D23-85EB-9E648102C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43E3B-C65E-4933-8FC3-E74FA524BD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98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80B439-6EE9-4982-8037-B8CA0D22B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09083"/>
          </a:xfrm>
        </p:spPr>
        <p:txBody>
          <a:bodyPr>
            <a:normAutofit/>
          </a:bodyPr>
          <a:lstStyle/>
          <a:p>
            <a:pPr algn="ctr"/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Анализатор метаданных файлов</a:t>
            </a:r>
          </a:p>
        </p:txBody>
      </p:sp>
    </p:spTree>
    <p:extLst>
      <p:ext uri="{BB962C8B-B14F-4D97-AF65-F5344CB8AC3E}">
        <p14:creationId xmlns:p14="http://schemas.microsoft.com/office/powerpoint/2010/main" val="2267156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4903DC-B9DC-4FFE-B6FB-74D889138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анализатор метаданных файлов?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F88A45-8B66-49EC-B537-6DF7F9A38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3943"/>
            <a:ext cx="10515600" cy="4203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первую очередь это инструмент, который автоматически извлекает, проверяет и анализирует скрытые (встроенные) служебные данные файлов, такие как информация об авторе, дате создания, геолокации, настройках камеры и истории изменений.</a:t>
            </a:r>
          </a:p>
        </p:txBody>
      </p:sp>
    </p:spTree>
    <p:extLst>
      <p:ext uri="{BB962C8B-B14F-4D97-AF65-F5344CB8AC3E}">
        <p14:creationId xmlns:p14="http://schemas.microsoft.com/office/powerpoint/2010/main" val="3491077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EBA9B7-F40C-4C50-8A1D-0A1ABB52C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 кода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8CA7A8-BCDE-43DE-A154-5E48FCD1F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Общее количество строк в коде: 401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6507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12B21E-5A94-462F-8D26-040CA8E75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Меню кода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0F47D04-5407-499B-99EA-DD7A69C3FF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3044"/>
          <a:stretch/>
        </p:blipFill>
        <p:spPr>
          <a:xfrm>
            <a:off x="3657599" y="1611086"/>
            <a:ext cx="4796835" cy="4426857"/>
          </a:xfrm>
        </p:spPr>
      </p:pic>
    </p:spTree>
    <p:extLst>
      <p:ext uri="{BB962C8B-B14F-4D97-AF65-F5344CB8AC3E}">
        <p14:creationId xmlns:p14="http://schemas.microsoft.com/office/powerpoint/2010/main" val="159383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7D90A2-F869-4B6D-9475-F3AF2377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меню подробнее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6724353-A53C-4296-8DAE-F32BC4AA303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90600" y="3032759"/>
            <a:ext cx="5181600" cy="792480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795A2B27-83B9-499E-8B75-3E677ECE3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5486" y="1865085"/>
            <a:ext cx="5018314" cy="431187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данный инструмент поддерживает три основные команды: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для анализа конкретного файла,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для проверки всех файлов в указанной папке и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для очистки метаданных изображений.</a:t>
            </a:r>
          </a:p>
        </p:txBody>
      </p:sp>
    </p:spTree>
    <p:extLst>
      <p:ext uri="{BB962C8B-B14F-4D97-AF65-F5344CB8AC3E}">
        <p14:creationId xmlns:p14="http://schemas.microsoft.com/office/powerpoint/2010/main" val="99882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7D90A2-F869-4B6D-9475-F3AF2377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</a:t>
            </a:r>
            <a:r>
              <a:rPr lang="ru-RU" dirty="0"/>
              <a:t> меню подробнее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5A2B27-83B9-499E-8B75-3E677ECE3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5485" y="2611925"/>
            <a:ext cx="5392057" cy="357165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Поддерживаемые форматы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Данный код работает с изображениями в форматах JPG и PNG, извлекая EXIF-данные, а также с документами PDF и DOCX, анализируя их встроенные метаданные.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5024C6E-3EEE-42D9-8AFD-4FAC9F40565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04837"/>
            <a:ext cx="5181600" cy="79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0668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7D90A2-F869-4B6D-9475-F3AF2377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</a:t>
            </a:r>
            <a:r>
              <a:rPr lang="ru-RU" dirty="0"/>
              <a:t> меню подробнее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5A2B27-83B9-499E-8B75-3E677ECE3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5486" y="1872342"/>
            <a:ext cx="5018314" cy="43046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анализируеться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инструменте выполняется анализ служебной информации файлов: размера и дат, EXIF-данных изображений, метаданных документов, а также проверяется наличие потенциально опасных скрытых сведений.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AE078AFC-8895-4482-83BF-E259A78CACC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3403124"/>
            <a:ext cx="5181600" cy="1196340"/>
          </a:xfrm>
        </p:spPr>
      </p:pic>
    </p:spTree>
    <p:extLst>
      <p:ext uri="{BB962C8B-B14F-4D97-AF65-F5344CB8AC3E}">
        <p14:creationId xmlns:p14="http://schemas.microsoft.com/office/powerpoint/2010/main" val="3766451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7D90A2-F869-4B6D-9475-F3AF2377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</a:t>
            </a:r>
            <a:r>
              <a:rPr lang="ru-RU" dirty="0"/>
              <a:t> меню подробнее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5A2B27-83B9-499E-8B75-3E677ECE3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46800" y="1850571"/>
            <a:ext cx="5207000" cy="4326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использования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работы с инструментом используются следующие команды в терминале: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examen.py analyze photo.jpg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проверки отдельного файла,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examen.py scan C:\Documents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анализа папки 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examen.py clean image.jpg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очистки данных изображения.</a:t>
            </a:r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9C40B0A9-910C-45A8-8570-447CBEE046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76049" y="3401135"/>
            <a:ext cx="4305901" cy="1200318"/>
          </a:xfrm>
        </p:spPr>
      </p:pic>
    </p:spTree>
    <p:extLst>
      <p:ext uri="{BB962C8B-B14F-4D97-AF65-F5344CB8AC3E}">
        <p14:creationId xmlns:p14="http://schemas.microsoft.com/office/powerpoint/2010/main" val="4100663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7D90A2-F869-4B6D-9475-F3AF2377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меню подробнее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5A2B27-83B9-499E-8B75-3E677ECE3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5485" y="2641599"/>
            <a:ext cx="5529944" cy="35353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доп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библеотек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корректной работы кода требуется установка дополнительных библиотек, таких как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Pillow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python-docx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pypdf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 помощью команды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install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0EC8B157-DD32-4BF6-86EE-AFE901F0DCD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90312" y="3744083"/>
            <a:ext cx="4477375" cy="514422"/>
          </a:xfrm>
        </p:spPr>
      </p:pic>
    </p:spTree>
    <p:extLst>
      <p:ext uri="{BB962C8B-B14F-4D97-AF65-F5344CB8AC3E}">
        <p14:creationId xmlns:p14="http://schemas.microsoft.com/office/powerpoint/2010/main" val="2782959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7D90A2-F869-4B6D-9475-F3AF2377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работы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5A2B27-83B9-499E-8B75-3E677ECE3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0286" y="1944915"/>
            <a:ext cx="5232400" cy="42320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результат работы инструмента для анализа метаданных файла. На примере файла 1.test.jpg показана основная информация: его размер, даты, параметры изображения. В данном случае EXIF-данные отсутствуют, а опасной информации не обнаружено.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21588F62-0E87-4F18-A6D3-BAB7808002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60141" y="2278743"/>
            <a:ext cx="6067735" cy="3287486"/>
          </a:xfrm>
        </p:spPr>
      </p:pic>
    </p:spTree>
    <p:extLst>
      <p:ext uri="{BB962C8B-B14F-4D97-AF65-F5344CB8AC3E}">
        <p14:creationId xmlns:p14="http://schemas.microsoft.com/office/powerpoint/2010/main" val="18122231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291</Words>
  <Application>Microsoft Office PowerPoint</Application>
  <PresentationFormat>Широкоэкранный</PresentationFormat>
  <Paragraphs>18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Анализатор метаданных файлов</vt:lpstr>
      <vt:lpstr>Что такое анализатор метаданных файлов?</vt:lpstr>
      <vt:lpstr>Размер кода</vt:lpstr>
      <vt:lpstr>Меню кода</vt:lpstr>
      <vt:lpstr>Рассмотрим меню подробнее</vt:lpstr>
      <vt:lpstr>Рассмотрим меню подробнее</vt:lpstr>
      <vt:lpstr>Рассмотрим меню подробнее</vt:lpstr>
      <vt:lpstr>Рассмотрим меню подробнее</vt:lpstr>
      <vt:lpstr>Рассмотрим меню подробнее</vt:lpstr>
      <vt:lpstr>Пример работы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Анализатор метаданных файлов</dc:title>
  <dc:creator>COKI СOKI</dc:creator>
  <cp:lastModifiedBy>COKI СOKI</cp:lastModifiedBy>
  <cp:revision>8</cp:revision>
  <dcterms:created xsi:type="dcterms:W3CDTF">2026-01-20T02:53:27Z</dcterms:created>
  <dcterms:modified xsi:type="dcterms:W3CDTF">2026-01-20T03:57:31Z</dcterms:modified>
</cp:coreProperties>
</file>